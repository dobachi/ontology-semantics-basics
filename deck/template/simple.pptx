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/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6D0BA5C1-51A0-4E2B-9B7E-0B7A5C000001}">
  <a:tblStyle styleId="{6D0BA5C1-51A0-4E2B-9B7E-0B7A5C000001}" styleName="Dobashi Simple">
    <a:wholeTbl>
      <a:tcTxStyle>
        <a:fontRef idx="minor"/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 w="6350" cmpd="sng">
              <a:solidFill>
                <a:srgbClr val="D5DBD8"/>
              </a:solidFill>
            </a:ln>
          </a:bottom>
          <a:insideH>
            <a:ln w="6350" cmpd="sng">
              <a:solidFill>
                <a:srgbClr val="D5DBD8"/>
              </a:solidFill>
            </a:ln>
          </a:insideH>
          <a:insideV>
            <a:ln>
              <a:noFill/>
            </a:ln>
          </a:insideV>
        </a:tcBdr>
        <a:fill>
          <a:noFill/>
        </a:fill>
      </a:tcStyle>
    </a:wholeTbl>
    <a:firstRow>
      <a:tcTxStyle b="on">
        <a:fontRef idx="major"/>
        <a:schemeClr val="tx1"/>
      </a:tcTxStyle>
      <a:tcStyle>
        <a:tcBdr>
          <a:bottom>
            <a:ln w="15875" cmpd="sng">
              <a:solidFill>
                <a:srgbClr val="0B7A5C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41248" y="2523744"/>
            <a:ext cx="10509199" cy="1426464"/>
          </a:xfrm>
        </p:spPr>
        <p:txBody>
          <a:bodyPr anchor="ctr" lIns="0" rIns="0" tIns="0" bIns="0" wrap="square">
            <a:noAutofit/>
          </a:bodyPr>
          <a:lstStyle>
            <a:lvl1pPr marL="0" indent="0" algn="l">
              <a:spcBef>
                <a:spcPts val="0"/>
              </a:spcBef>
              <a:buNone/>
              <a:defRPr sz="40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41248" y="4169664"/>
            <a:ext cx="10509199" cy="731520"/>
          </a:xfrm>
        </p:spPr>
        <p:txBody>
          <a:bodyPr anchor="t" lIns="0" rIns="0" tIns="0" bIns="0" wrap="square">
            <a:noAutofit/>
          </a:bodyPr>
          <a:lstStyle>
            <a:lvl1pPr marL="0" indent="0" algn="l">
              <a:spcBef>
                <a:spcPts val="0"/>
              </a:spcBef>
              <a:buNone/>
              <a:defRPr sz="2200" b="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7875727" y="6437376"/>
            <a:ext cx="2926080" cy="274320"/>
          </a:xfrm>
        </p:spPr>
        <p:txBody>
          <a:bodyPr anchor="ctr" lIns="0" rIns="0" tIns="0" bIns="0" wrap="square">
            <a:noAutofit/>
          </a:bodyPr>
          <a:lstStyle>
            <a:lvl1pPr marL="0" indent="0" algn="r">
              <a:spcBef>
                <a:spcPts val="0"/>
              </a:spcBef>
              <a:buNone/>
              <a:defRPr sz="1000" b="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801807" y="6437376"/>
            <a:ext cx="548640" cy="274320"/>
          </a:xfrm>
        </p:spPr>
        <p:txBody>
          <a:bodyPr anchor="ctr" lIns="0" rIns="0" tIns="0" bIns="0" wrap="square">
            <a:noAutofit/>
          </a:bodyPr>
          <a:lstStyle>
            <a:lvl1pPr marL="0" indent="0" algn="r">
              <a:spcBef>
                <a:spcPts val="0"/>
              </a:spcBef>
              <a:buNone/>
              <a:defRPr sz="1000" b="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ule"/>
          <p:cNvSpPr/>
          <p:nvPr userDrawn="1"/>
        </p:nvSpPr>
        <p:spPr>
          <a:xfrm>
            <a:off x="841248" y="2395728"/>
            <a:ext cx="960120" cy="4114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ja-JP"/>
          </a:p>
        </p:txBody>
      </p:sp>
      <p:sp>
        <p:nvSpPr>
          <p:cNvPr id="8" name="Presenter"/>
          <p:cNvSpPr>
            <a:spLocks noGrp="1"/>
          </p:cNvSpPr>
          <p:nvPr>
            <p:ph type="body" sz="quarter" idx="13"/>
          </p:nvPr>
        </p:nvSpPr>
        <p:spPr>
          <a:xfrm>
            <a:off x="841248" y="5029200"/>
            <a:ext cx="10509199" cy="1097280"/>
          </a:xfrm>
        </p:spPr>
        <p:txBody>
          <a:bodyPr anchor="t" lIns="0" rIns="0" tIns="0" bIns="0" wrap="square">
            <a:noAutofit/>
          </a:bodyPr>
          <a:lstStyle>
            <a:lvl1pPr marL="0" indent="0" algn="l">
              <a:spcBef>
                <a:spcPts val="200"/>
              </a:spcBef>
              <a:buNone/>
              <a:defRPr sz="18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ja-JP"/>
              <a:t>作者、日付</a:t>
            </a:r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1248" y="566928"/>
            <a:ext cx="10509199" cy="950976"/>
          </a:xfrm>
        </p:spPr>
        <p:txBody>
          <a:bodyPr anchor="b" lIns="0" rIns="0" tIns="0" bIns="0" wrap="square">
            <a:no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41248" y="1719072"/>
            <a:ext cx="10509199" cy="4572000"/>
          </a:xfrm>
        </p:spPr>
        <p:txBody>
          <a:bodyPr anchor="t" lIns="0" rIns="0" tIns="0" bIns="0" wrap="square">
            <a:no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7875727" y="6437376"/>
            <a:ext cx="2926080" cy="274320"/>
          </a:xfrm>
        </p:spPr>
        <p:txBody>
          <a:bodyPr anchor="ctr" lIns="0" rIns="0" tIns="0" bIns="0" wrap="square">
            <a:noAutofit/>
          </a:bodyPr>
          <a:lstStyle>
            <a:lvl1pPr marL="0" indent="0" algn="r">
              <a:spcBef>
                <a:spcPts val="0"/>
              </a:spcBef>
              <a:buNone/>
              <a:defRPr sz="1000" b="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801807" y="6437376"/>
            <a:ext cx="548640" cy="274320"/>
          </a:xfrm>
        </p:spPr>
        <p:txBody>
          <a:bodyPr anchor="ctr" lIns="0" rIns="0" tIns="0" bIns="0" wrap="square">
            <a:noAutofit/>
          </a:bodyPr>
          <a:lstStyle>
            <a:lvl1pPr marL="0" indent="0" algn="r">
              <a:spcBef>
                <a:spcPts val="0"/>
              </a:spcBef>
              <a:buNone/>
              <a:defRPr sz="1000" b="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7" name="Eyebrow (section label)"/>
          <p:cNvSpPr>
            <a:spLocks noGrp="1"/>
          </p:cNvSpPr>
          <p:nvPr>
            <p:ph type="body" sz="quarter" idx="20"/>
          </p:nvPr>
        </p:nvSpPr>
        <p:spPr>
          <a:xfrm>
            <a:off x="841248" y="256032"/>
            <a:ext cx="10509199" cy="237744"/>
          </a:xfrm>
        </p:spPr>
        <p:txBody>
          <a:bodyPr anchor="ctr" lIns="0" rIns="0" tIns="0" bIns="0" wrap="square">
            <a:noAutofit/>
          </a:bodyPr>
          <a:lstStyle>
            <a:lvl1pPr marL="0" indent="0" algn="l">
              <a:spcBef>
                <a:spcPts val="0"/>
              </a:spcBef>
              <a:buNone/>
              <a:defRPr sz="1200" b="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ja-JP"/>
              <a:t>章の名前</a:t>
            </a:r>
          </a:p>
        </p:txBody>
      </p:sp>
      <p:sp>
        <p:nvSpPr>
          <p:cNvPr id="8" name="Source"/>
          <p:cNvSpPr>
            <a:spLocks noGrp="1"/>
          </p:cNvSpPr>
          <p:nvPr>
            <p:ph type="body" sz="quarter" idx="21"/>
          </p:nvPr>
        </p:nvSpPr>
        <p:spPr>
          <a:xfrm>
            <a:off x="841248" y="6419088"/>
            <a:ext cx="6851599" cy="274320"/>
          </a:xfrm>
        </p:spPr>
        <p:txBody>
          <a:bodyPr anchor="ctr" lIns="0" rIns="0" tIns="0" bIns="0" wrap="square">
            <a:noAutofit/>
          </a:bodyPr>
          <a:lstStyle>
            <a:lvl1pPr marL="0" indent="0" algn="l">
              <a:spcBef>
                <a:spcPts val="0"/>
              </a:spcBef>
              <a:buNone/>
              <a:defRPr sz="1100" b="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ja-JP"/>
              <a:t>出典</a:t>
            </a:r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1248" y="2889504"/>
            <a:ext cx="10509199" cy="1371600"/>
          </a:xfrm>
        </p:spPr>
        <p:txBody>
          <a:bodyPr anchor="t" lIns="0" rIns="0" tIns="0" bIns="0" wrap="square">
            <a:noAutofit/>
          </a:bodyPr>
          <a:lstStyle>
            <a:lvl1pPr marL="0" indent="0" algn="l">
              <a:spcBef>
                <a:spcPts val="0"/>
              </a:spcBef>
              <a:buNone/>
              <a:defRPr sz="36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7875727" y="6437376"/>
            <a:ext cx="2926080" cy="274320"/>
          </a:xfrm>
        </p:spPr>
        <p:txBody>
          <a:bodyPr anchor="ctr" lIns="0" rIns="0" tIns="0" bIns="0" wrap="square">
            <a:noAutofit/>
          </a:bodyPr>
          <a:lstStyle>
            <a:lvl1pPr marL="0" indent="0" algn="r">
              <a:spcBef>
                <a:spcPts val="0"/>
              </a:spcBef>
              <a:buNone/>
              <a:defRPr sz="1000" b="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801807" y="6437376"/>
            <a:ext cx="548640" cy="274320"/>
          </a:xfrm>
        </p:spPr>
        <p:txBody>
          <a:bodyPr anchor="ctr" lIns="0" rIns="0" tIns="0" bIns="0" wrap="square">
            <a:noAutofit/>
          </a:bodyPr>
          <a:lstStyle>
            <a:lvl1pPr marL="0" indent="0" algn="r">
              <a:spcBef>
                <a:spcPts val="0"/>
              </a:spcBef>
              <a:buNone/>
              <a:defRPr sz="1000" b="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7" name="Section number"/>
          <p:cNvSpPr>
            <a:spLocks noGrp="1"/>
          </p:cNvSpPr>
          <p:nvPr>
            <p:ph type="body" sz="quarter" idx="22"/>
          </p:nvPr>
        </p:nvSpPr>
        <p:spPr>
          <a:xfrm>
            <a:off x="841248" y="1188720"/>
            <a:ext cx="10509199" cy="1463040"/>
          </a:xfrm>
        </p:spPr>
        <p:txBody>
          <a:bodyPr anchor="b" lIns="0" rIns="0" tIns="0" bIns="0" wrap="square">
            <a:noAutofit/>
          </a:bodyPr>
          <a:lstStyle>
            <a:lvl1pPr marL="0" indent="0" algn="l">
              <a:spcBef>
                <a:spcPts val="0"/>
              </a:spcBef>
              <a:buNone/>
              <a:defRPr sz="8000" b="1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ja-JP"/>
              <a:t>00</a:t>
            </a:r>
          </a:p>
        </p:txBody>
      </p:sp>
      <p:sp>
        <p:nvSpPr>
          <p:cNvPr id="8" name="Rule"/>
          <p:cNvSpPr/>
          <p:nvPr userDrawn="1"/>
        </p:nvSpPr>
        <p:spPr>
          <a:xfrm>
            <a:off x="841248" y="2761488"/>
            <a:ext cx="960120" cy="4114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ja-JP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1248" y="566928"/>
            <a:ext cx="10509199" cy="950976"/>
          </a:xfrm>
        </p:spPr>
        <p:txBody>
          <a:bodyPr anchor="b" lIns="0" rIns="0" tIns="0" bIns="0" wrap="square">
            <a:no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41248" y="1719072"/>
            <a:ext cx="5026000" cy="4572000"/>
          </a:xfrm>
        </p:spPr>
        <p:txBody>
          <a:bodyPr anchor="t" lIns="0" rIns="0" tIns="0" bIns="0" wrap="square">
            <a:noAutofit/>
          </a:bodyPr>
          <a:lstStyle>
            <a:lvl1pPr marL="0" indent="0" algn="l">
              <a:spcBef>
                <a:spcPts val="0"/>
              </a:spcBef>
              <a:buNone/>
              <a:defRPr sz="1800" b="1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marL="256032" indent="-256032" algn="l">
              <a:spcBef>
                <a:spcPts val="900"/>
              </a:spcBef>
              <a:buClr>
                <a:schemeClr val="tx2"/>
              </a:buClr>
              <a:buFont typeface="Arial"/>
              <a:buChar char="–"/>
              <a:defRPr sz="18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12064" indent="-256032" algn="l">
              <a:spcBef>
                <a:spcPts val="400"/>
              </a:spcBef>
              <a:buClr>
                <a:schemeClr val="tx2"/>
              </a:buClr>
              <a:buFont typeface="Arial"/>
              <a:buChar char="–"/>
              <a:defRPr sz="1600" b="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24448" y="1719072"/>
            <a:ext cx="5026000" cy="4572000"/>
          </a:xfrm>
        </p:spPr>
        <p:txBody>
          <a:bodyPr anchor="t" lIns="0" rIns="0" tIns="0" bIns="0" wrap="square">
            <a:noAutofit/>
          </a:bodyPr>
          <a:lstStyle>
            <a:lvl1pPr marL="0" indent="0" algn="l">
              <a:spcBef>
                <a:spcPts val="0"/>
              </a:spcBef>
              <a:buNone/>
              <a:defRPr sz="1800" b="1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marL="256032" indent="-256032" algn="l">
              <a:spcBef>
                <a:spcPts val="900"/>
              </a:spcBef>
              <a:buClr>
                <a:schemeClr val="tx2"/>
              </a:buClr>
              <a:buFont typeface="Arial"/>
              <a:buChar char="–"/>
              <a:defRPr sz="18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12064" indent="-256032" algn="l">
              <a:spcBef>
                <a:spcPts val="400"/>
              </a:spcBef>
              <a:buClr>
                <a:schemeClr val="tx2"/>
              </a:buClr>
              <a:buFont typeface="Arial"/>
              <a:buChar char="–"/>
              <a:defRPr sz="1600" b="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7875727" y="6437376"/>
            <a:ext cx="2926080" cy="274320"/>
          </a:xfrm>
        </p:spPr>
        <p:txBody>
          <a:bodyPr anchor="ctr" lIns="0" rIns="0" tIns="0" bIns="0" wrap="square">
            <a:noAutofit/>
          </a:bodyPr>
          <a:lstStyle>
            <a:lvl1pPr marL="0" indent="0" algn="r">
              <a:spcBef>
                <a:spcPts val="0"/>
              </a:spcBef>
              <a:buNone/>
              <a:defRPr sz="1000" b="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01807" y="6437376"/>
            <a:ext cx="548640" cy="274320"/>
          </a:xfrm>
        </p:spPr>
        <p:txBody>
          <a:bodyPr anchor="ctr" lIns="0" rIns="0" tIns="0" bIns="0" wrap="square">
            <a:noAutofit/>
          </a:bodyPr>
          <a:lstStyle>
            <a:lvl1pPr marL="0" indent="0" algn="r">
              <a:spcBef>
                <a:spcPts val="0"/>
              </a:spcBef>
              <a:buNone/>
              <a:defRPr sz="1000" b="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8" name="Eyebrow (section label)"/>
          <p:cNvSpPr>
            <a:spLocks noGrp="1"/>
          </p:cNvSpPr>
          <p:nvPr>
            <p:ph type="body" sz="quarter" idx="20"/>
          </p:nvPr>
        </p:nvSpPr>
        <p:spPr>
          <a:xfrm>
            <a:off x="841248" y="256032"/>
            <a:ext cx="10509199" cy="237744"/>
          </a:xfrm>
        </p:spPr>
        <p:txBody>
          <a:bodyPr anchor="ctr" lIns="0" rIns="0" tIns="0" bIns="0" wrap="square">
            <a:noAutofit/>
          </a:bodyPr>
          <a:lstStyle>
            <a:lvl1pPr marL="0" indent="0" algn="l">
              <a:spcBef>
                <a:spcPts val="0"/>
              </a:spcBef>
              <a:buNone/>
              <a:defRPr sz="1200" b="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ja-JP"/>
              <a:t>章の名前</a:t>
            </a:r>
          </a:p>
        </p:txBody>
      </p:sp>
      <p:sp>
        <p:nvSpPr>
          <p:cNvPr id="9" name="Source"/>
          <p:cNvSpPr>
            <a:spLocks noGrp="1"/>
          </p:cNvSpPr>
          <p:nvPr>
            <p:ph type="body" sz="quarter" idx="21"/>
          </p:nvPr>
        </p:nvSpPr>
        <p:spPr>
          <a:xfrm>
            <a:off x="841248" y="6419088"/>
            <a:ext cx="6851599" cy="274320"/>
          </a:xfrm>
        </p:spPr>
        <p:txBody>
          <a:bodyPr anchor="ctr" lIns="0" rIns="0" tIns="0" bIns="0" wrap="square">
            <a:noAutofit/>
          </a:bodyPr>
          <a:lstStyle>
            <a:lvl1pPr marL="0" indent="0" algn="l">
              <a:spcBef>
                <a:spcPts val="0"/>
              </a:spcBef>
              <a:buNone/>
              <a:defRPr sz="1100" b="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ja-JP"/>
              <a:t>出典</a:t>
            </a:r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メッセージ（濃色）">
    <p:bg>
      <p:bgPr>
        <a:solidFill>
          <a:srgbClr val="0A3D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1248" y="1783080"/>
            <a:ext cx="8827727" cy="2011680"/>
          </a:xfrm>
        </p:spPr>
        <p:txBody>
          <a:bodyPr anchor="b" lIns="0" rIns="0" tIns="0" bIns="0" wrap="square">
            <a:noAutofit/>
          </a:bodyPr>
          <a:lstStyle>
            <a:lvl1pPr marL="0" indent="0" algn="l">
              <a:spcBef>
                <a:spcPts val="0"/>
              </a:spcBef>
              <a:buNone/>
              <a:defRPr sz="3600" b="1" kern="1200">
                <a:solidFill>
                  <a:srgbClr val="FFFFFF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41248" y="4041648"/>
            <a:ext cx="8827727" cy="822960"/>
          </a:xfrm>
        </p:spPr>
        <p:txBody>
          <a:bodyPr anchor="t" lIns="0" rIns="0" tIns="0" bIns="0" wrap="square">
            <a:noAutofit/>
          </a:bodyPr>
          <a:lstStyle>
            <a:lvl1pPr marL="0" indent="0" algn="l">
              <a:spcBef>
                <a:spcPts val="0"/>
              </a:spcBef>
              <a:buNone/>
              <a:defRPr sz="1800" b="0" kern="1200">
                <a:solidFill>
                  <a:srgbClr val="7FD1B5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ja-JP"/>
              <a:t>補足</a:t>
            </a: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7875727" y="6437376"/>
            <a:ext cx="2926080" cy="274320"/>
          </a:xfrm>
        </p:spPr>
        <p:txBody>
          <a:bodyPr anchor="ctr" lIns="0" rIns="0" tIns="0" bIns="0" wrap="square">
            <a:noAutofit/>
          </a:bodyPr>
          <a:lstStyle>
            <a:lvl1pPr marL="0" indent="0" algn="r">
              <a:spcBef>
                <a:spcPts val="0"/>
              </a:spcBef>
              <a:buNone/>
              <a:defRPr sz="1000" b="0" kern="1200">
                <a:solidFill>
                  <a:srgbClr val="7FD1B5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10801807" y="6437376"/>
            <a:ext cx="548640" cy="274320"/>
          </a:xfrm>
        </p:spPr>
        <p:txBody>
          <a:bodyPr anchor="ctr" lIns="0" rIns="0" tIns="0" bIns="0" wrap="square">
            <a:noAutofit/>
          </a:bodyPr>
          <a:lstStyle>
            <a:lvl1pPr marL="0" indent="0" algn="r">
              <a:spcBef>
                <a:spcPts val="0"/>
              </a:spcBef>
              <a:buNone/>
              <a:defRPr sz="1000" b="0" kern="1200">
                <a:solidFill>
                  <a:srgbClr val="7FD1B5"/>
                </a:solidFill>
                <a:latin typeface="+mn-lt"/>
                <a:ea typeface="+mn-ea"/>
                <a:cs typeface="+mn-cs"/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Rule"/>
          <p:cNvSpPr/>
          <p:nvPr userDrawn="1"/>
        </p:nvSpPr>
        <p:spPr>
          <a:xfrm>
            <a:off x="841248" y="3904488"/>
            <a:ext cx="960120" cy="41148"/>
          </a:xfrm>
          <a:prstGeom prst="rect">
            <a:avLst/>
          </a:prstGeom>
          <a:solidFill>
            <a:srgbClr val="7FD1B5"/>
          </a:solidFill>
          <a:ln>
            <a:noFill/>
          </a:ln>
        </p:spPr>
        <p:txBody>
          <a:bodyPr/>
          <a:lstStyle/>
          <a:p>
            <a:endParaRPr lang="ja-JP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7875727" y="6437376"/>
            <a:ext cx="2926080" cy="274320"/>
          </a:xfrm>
        </p:spPr>
        <p:txBody>
          <a:bodyPr anchor="ctr" lIns="0" rIns="0" tIns="0" bIns="0" wrap="square">
            <a:noAutofit/>
          </a:bodyPr>
          <a:lstStyle>
            <a:lvl1pPr marL="0" indent="0" algn="r">
              <a:spcBef>
                <a:spcPts val="0"/>
              </a:spcBef>
              <a:buNone/>
              <a:defRPr sz="1000" b="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0801807" y="6437376"/>
            <a:ext cx="548640" cy="274320"/>
          </a:xfrm>
        </p:spPr>
        <p:txBody>
          <a:bodyPr anchor="ctr" lIns="0" rIns="0" tIns="0" bIns="0" wrap="square">
            <a:noAutofit/>
          </a:bodyPr>
          <a:lstStyle>
            <a:lvl1pPr marL="0" indent="0" algn="r">
              <a:spcBef>
                <a:spcPts val="0"/>
              </a:spcBef>
              <a:buNone/>
              <a:defRPr sz="1000" b="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メッセー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1248" y="1783080"/>
            <a:ext cx="8827727" cy="2011680"/>
          </a:xfrm>
        </p:spPr>
        <p:txBody>
          <a:bodyPr anchor="b" lIns="0" rIns="0" tIns="0" bIns="0" wrap="square">
            <a:noAutofit/>
          </a:bodyPr>
          <a:lstStyle>
            <a:lvl1pPr marL="0" indent="0" algn="l">
              <a:spcBef>
                <a:spcPts val="0"/>
              </a:spcBef>
              <a:buNone/>
              <a:defRPr sz="36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41248" y="4041648"/>
            <a:ext cx="8827727" cy="822960"/>
          </a:xfrm>
        </p:spPr>
        <p:txBody>
          <a:bodyPr anchor="t" lIns="0" rIns="0" tIns="0" bIns="0" wrap="square">
            <a:noAutofit/>
          </a:bodyPr>
          <a:lstStyle>
            <a:lvl1pPr marL="0" indent="0" algn="l">
              <a:spcBef>
                <a:spcPts val="0"/>
              </a:spcBef>
              <a:buNone/>
              <a:defRPr sz="1800" b="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ja-JP"/>
              <a:t>補足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7875727" y="6437376"/>
            <a:ext cx="2926080" cy="274320"/>
          </a:xfrm>
        </p:spPr>
        <p:txBody>
          <a:bodyPr anchor="ctr" lIns="0" rIns="0" tIns="0" bIns="0" wrap="square">
            <a:noAutofit/>
          </a:bodyPr>
          <a:lstStyle>
            <a:lvl1pPr marL="0" indent="0" algn="r">
              <a:spcBef>
                <a:spcPts val="0"/>
              </a:spcBef>
              <a:buNone/>
              <a:defRPr sz="1000" b="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01807" y="6437376"/>
            <a:ext cx="548640" cy="274320"/>
          </a:xfrm>
        </p:spPr>
        <p:txBody>
          <a:bodyPr anchor="ctr" lIns="0" rIns="0" tIns="0" bIns="0" wrap="square">
            <a:noAutofit/>
          </a:bodyPr>
          <a:lstStyle>
            <a:lvl1pPr marL="0" indent="0" algn="r">
              <a:spcBef>
                <a:spcPts val="0"/>
              </a:spcBef>
              <a:buNone/>
              <a:defRPr sz="1000" b="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8" name="Rule"/>
          <p:cNvSpPr/>
          <p:nvPr userDrawn="1"/>
        </p:nvSpPr>
        <p:spPr>
          <a:xfrm>
            <a:off x="841248" y="3904488"/>
            <a:ext cx="960120" cy="4114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ja-JP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図と説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1248" y="566928"/>
            <a:ext cx="10509199" cy="950976"/>
          </a:xfrm>
        </p:spPr>
        <p:txBody>
          <a:bodyPr anchor="b" lIns="0" rIns="0" tIns="0" bIns="0" wrap="square">
            <a:no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4343400" y="1719072"/>
            <a:ext cx="7007047" cy="45720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1248" y="1719072"/>
            <a:ext cx="3246120" cy="4572000"/>
          </a:xfrm>
        </p:spPr>
        <p:txBody>
          <a:bodyPr anchor="t" lIns="0" rIns="0" tIns="0" bIns="0" wrap="square">
            <a:noAutofit/>
          </a:bodyPr>
          <a:lstStyle>
            <a:lvl1pPr marL="0" indent="0" algn="l">
              <a:spcBef>
                <a:spcPts val="0"/>
              </a:spcBef>
              <a:buNone/>
              <a:defRPr sz="1800" b="1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marL="256032" indent="-256032" algn="l">
              <a:spcBef>
                <a:spcPts val="900"/>
              </a:spcBef>
              <a:buClr>
                <a:schemeClr val="tx2"/>
              </a:buClr>
              <a:buFont typeface="Arial"/>
              <a:buChar char="–"/>
              <a:defRPr sz="18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12064" indent="-256032" algn="l">
              <a:spcBef>
                <a:spcPts val="400"/>
              </a:spcBef>
              <a:buClr>
                <a:schemeClr val="tx2"/>
              </a:buClr>
              <a:buFont typeface="Arial"/>
              <a:buChar char="–"/>
              <a:defRPr sz="1600" b="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</a:lstStyle>
          <a:p>
            <a:pPr lvl="0"/>
            <a:r>
              <a:rPr lang="ja-JP"/>
              <a:t>見出し</a:t>
            </a:r>
          </a:p>
          <a:p>
            <a:pPr lvl="1"/>
            <a:r>
              <a:rPr lang="ja-JP"/>
              <a:t>箇条書き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7875727" y="6437376"/>
            <a:ext cx="2926080" cy="274320"/>
          </a:xfrm>
        </p:spPr>
        <p:txBody>
          <a:bodyPr anchor="ctr" lIns="0" rIns="0" tIns="0" bIns="0" wrap="square">
            <a:noAutofit/>
          </a:bodyPr>
          <a:lstStyle>
            <a:lvl1pPr marL="0" indent="0" algn="r">
              <a:spcBef>
                <a:spcPts val="0"/>
              </a:spcBef>
              <a:buNone/>
              <a:defRPr sz="1000" b="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01807" y="6437376"/>
            <a:ext cx="548640" cy="274320"/>
          </a:xfrm>
        </p:spPr>
        <p:txBody>
          <a:bodyPr anchor="ctr" lIns="0" rIns="0" tIns="0" bIns="0" wrap="square">
            <a:noAutofit/>
          </a:bodyPr>
          <a:lstStyle>
            <a:lvl1pPr marL="0" indent="0" algn="r">
              <a:spcBef>
                <a:spcPts val="0"/>
              </a:spcBef>
              <a:buNone/>
              <a:defRPr sz="1000" b="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8" name="Eyebrow (section label)"/>
          <p:cNvSpPr>
            <a:spLocks noGrp="1"/>
          </p:cNvSpPr>
          <p:nvPr>
            <p:ph type="body" sz="quarter" idx="20"/>
          </p:nvPr>
        </p:nvSpPr>
        <p:spPr>
          <a:xfrm>
            <a:off x="841248" y="256032"/>
            <a:ext cx="10509199" cy="237744"/>
          </a:xfrm>
        </p:spPr>
        <p:txBody>
          <a:bodyPr anchor="ctr" lIns="0" rIns="0" tIns="0" bIns="0" wrap="square">
            <a:noAutofit/>
          </a:bodyPr>
          <a:lstStyle>
            <a:lvl1pPr marL="0" indent="0" algn="l">
              <a:spcBef>
                <a:spcPts val="0"/>
              </a:spcBef>
              <a:buNone/>
              <a:defRPr sz="1200" b="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ja-JP"/>
              <a:t>章の名前</a:t>
            </a:r>
          </a:p>
        </p:txBody>
      </p:sp>
      <p:sp>
        <p:nvSpPr>
          <p:cNvPr id="9" name="Source"/>
          <p:cNvSpPr>
            <a:spLocks noGrp="1"/>
          </p:cNvSpPr>
          <p:nvPr>
            <p:ph type="body" sz="quarter" idx="21"/>
          </p:nvPr>
        </p:nvSpPr>
        <p:spPr>
          <a:xfrm>
            <a:off x="841248" y="6419088"/>
            <a:ext cx="6851599" cy="274320"/>
          </a:xfrm>
        </p:spPr>
        <p:txBody>
          <a:bodyPr anchor="ctr" lIns="0" rIns="0" tIns="0" bIns="0" wrap="square">
            <a:noAutofit/>
          </a:bodyPr>
          <a:lstStyle>
            <a:lvl1pPr marL="0" indent="0" algn="l">
              <a:spcBef>
                <a:spcPts val="0"/>
              </a:spcBef>
              <a:buNone/>
              <a:defRPr sz="1100" b="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ja-JP"/>
              <a:t>出典</a:t>
            </a:r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図と説明（横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1248" y="566928"/>
            <a:ext cx="10509199" cy="950976"/>
          </a:xfrm>
        </p:spPr>
        <p:txBody>
          <a:bodyPr anchor="b" lIns="0" rIns="0" tIns="0" bIns="0" wrap="square">
            <a:no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41248" y="5212080"/>
            <a:ext cx="10509199" cy="1143000"/>
          </a:xfrm>
        </p:spPr>
        <p:txBody>
          <a:bodyPr anchor="t" lIns="0" rIns="0" tIns="0" bIns="0" wrap="square">
            <a:noAutofit/>
          </a:bodyPr>
          <a:lstStyle>
            <a:lvl1pPr marL="0" indent="0" algn="l">
              <a:spcBef>
                <a:spcPts val="0"/>
              </a:spcBef>
              <a:buNone/>
              <a:defRPr sz="1600" b="1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marL="256032" indent="-256032" algn="l">
              <a:spcBef>
                <a:spcPts val="400"/>
              </a:spcBef>
              <a:buClr>
                <a:schemeClr val="tx2"/>
              </a:buClr>
              <a:buFont typeface="Arial"/>
              <a:buChar char="–"/>
              <a:defRPr sz="16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12064" indent="-256032" algn="l">
              <a:spcBef>
                <a:spcPts val="400"/>
              </a:spcBef>
              <a:buClr>
                <a:schemeClr val="tx2"/>
              </a:buClr>
              <a:buFont typeface="Arial"/>
              <a:buChar char="–"/>
              <a:defRPr sz="1600" b="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</a:lstStyle>
          <a:p>
            <a:pPr lvl="0"/>
            <a:r>
              <a:rPr lang="ja-JP"/>
              <a:t>見出し</a:t>
            </a:r>
          </a:p>
          <a:p>
            <a:pPr lvl="1"/>
            <a:r>
              <a:rPr lang="ja-JP"/>
              <a:t>箇条書き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7875727" y="6437376"/>
            <a:ext cx="2926080" cy="274320"/>
          </a:xfrm>
        </p:spPr>
        <p:txBody>
          <a:bodyPr anchor="ctr" lIns="0" rIns="0" tIns="0" bIns="0" wrap="square">
            <a:noAutofit/>
          </a:bodyPr>
          <a:lstStyle>
            <a:lvl1pPr marL="0" indent="0" algn="r">
              <a:spcBef>
                <a:spcPts val="0"/>
              </a:spcBef>
              <a:buNone/>
              <a:defRPr sz="1000" b="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801807" y="6437376"/>
            <a:ext cx="548640" cy="274320"/>
          </a:xfrm>
        </p:spPr>
        <p:txBody>
          <a:bodyPr anchor="ctr" lIns="0" rIns="0" tIns="0" bIns="0" wrap="square">
            <a:noAutofit/>
          </a:bodyPr>
          <a:lstStyle>
            <a:lvl1pPr marL="0" indent="0" algn="r">
              <a:spcBef>
                <a:spcPts val="0"/>
              </a:spcBef>
              <a:buNone/>
              <a:defRPr sz="1000" b="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7" name="Picture"/>
          <p:cNvSpPr>
            <a:spLocks noGrp="1"/>
          </p:cNvSpPr>
          <p:nvPr>
            <p:ph type="pic" sz="quarter" idx="23"/>
          </p:nvPr>
        </p:nvSpPr>
        <p:spPr>
          <a:xfrm>
            <a:off x="841248" y="1719072"/>
            <a:ext cx="10509199" cy="3383280"/>
          </a:xfrm>
        </p:spPr>
        <p:txBody>
          <a:bodyPr anchor="t" lIns="0" rIns="0" tIns="0" bIns="0" wrap="square">
            <a:noAutofit/>
          </a:bodyPr>
          <a:lstStyle/>
          <a:p>
            <a:pPr lvl="0"/>
            <a:r>
              <a:rPr lang="ja-JP"/>
              <a:t>図</a:t>
            </a:r>
          </a:p>
        </p:txBody>
      </p:sp>
      <p:sp>
        <p:nvSpPr>
          <p:cNvPr id="8" name="Eyebrow (section label)"/>
          <p:cNvSpPr>
            <a:spLocks noGrp="1"/>
          </p:cNvSpPr>
          <p:nvPr>
            <p:ph type="body" sz="quarter" idx="20"/>
          </p:nvPr>
        </p:nvSpPr>
        <p:spPr>
          <a:xfrm>
            <a:off x="841248" y="256032"/>
            <a:ext cx="10509199" cy="237744"/>
          </a:xfrm>
        </p:spPr>
        <p:txBody>
          <a:bodyPr anchor="ctr" lIns="0" rIns="0" tIns="0" bIns="0" wrap="square">
            <a:noAutofit/>
          </a:bodyPr>
          <a:lstStyle>
            <a:lvl1pPr marL="0" indent="0" algn="l">
              <a:spcBef>
                <a:spcPts val="0"/>
              </a:spcBef>
              <a:buNone/>
              <a:defRPr sz="1200" b="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ja-JP"/>
              <a:t>章の名前</a:t>
            </a:r>
          </a:p>
        </p:txBody>
      </p:sp>
      <p:sp>
        <p:nvSpPr>
          <p:cNvPr id="9" name="Source"/>
          <p:cNvSpPr>
            <a:spLocks noGrp="1"/>
          </p:cNvSpPr>
          <p:nvPr>
            <p:ph type="body" sz="quarter" idx="21"/>
          </p:nvPr>
        </p:nvSpPr>
        <p:spPr>
          <a:xfrm>
            <a:off x="841248" y="6419088"/>
            <a:ext cx="6851599" cy="274320"/>
          </a:xfrm>
        </p:spPr>
        <p:txBody>
          <a:bodyPr anchor="ctr" lIns="0" rIns="0" tIns="0" bIns="0" wrap="square">
            <a:noAutofit/>
          </a:bodyPr>
          <a:lstStyle>
            <a:lvl1pPr marL="0" indent="0" algn="l">
              <a:spcBef>
                <a:spcPts val="0"/>
              </a:spcBef>
              <a:buNone/>
              <a:defRPr sz="1100" b="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ja-JP"/>
              <a:t>出典</a:t>
            </a:r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41248" y="566928"/>
            <a:ext cx="10509199" cy="950976"/>
          </a:xfrm>
          <a:prstGeom prst="rect">
            <a:avLst/>
          </a:prstGeom>
        </p:spPr>
        <p:txBody>
          <a:bodyPr anchor="b" lIns="0" rIns="0" tIns="0" bIns="0" wrap="square">
            <a:no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41248" y="1719072"/>
            <a:ext cx="10509199" cy="4572000"/>
          </a:xfrm>
          <a:prstGeom prst="rect">
            <a:avLst/>
          </a:prstGeom>
        </p:spPr>
        <p:txBody>
          <a:bodyPr anchor="t" lIns="0" rIns="0" tIns="0" bIns="0" wrap="square">
            <a:no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7875727" y="6437376"/>
            <a:ext cx="2926080" cy="274320"/>
          </a:xfrm>
          <a:prstGeom prst="rect">
            <a:avLst/>
          </a:prstGeom>
        </p:spPr>
        <p:txBody>
          <a:bodyPr anchor="ctr" lIns="0" rIns="0" tIns="0" bIns="0" wrap="square">
            <a:noAutofit/>
          </a:bodyPr>
          <a:lstStyle>
            <a:lvl1pPr marL="0" indent="0" algn="r">
              <a:spcBef>
                <a:spcPts val="0"/>
              </a:spcBef>
              <a:buNone/>
              <a:defRPr sz="1000" b="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801807" y="6437376"/>
            <a:ext cx="548640" cy="274320"/>
          </a:xfrm>
          <a:prstGeom prst="rect">
            <a:avLst/>
          </a:prstGeom>
        </p:spPr>
        <p:txBody>
          <a:bodyPr anchor="ctr" lIns="0" rIns="0" tIns="0" bIns="0" wrap="square">
            <a:noAutofit/>
          </a:bodyPr>
          <a:lstStyle>
            <a:lvl1pPr marL="0" indent="0" algn="r">
              <a:spcBef>
                <a:spcPts val="0"/>
              </a:spcBef>
              <a:buNone/>
              <a:defRPr sz="1000" b="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5" r:id="rId7"/>
    <p:sldLayoutId id="2147483656" r:id="rId8"/>
    <p:sldLayoutId id="2147483657" r:id="rId9"/>
    <p:sldLayoutId id="2147483658" r:id="rId10"/>
    <p:sldLayoutId id="2147483653" r:id="rId5"/>
  </p:sldLayoutIdLst>
  <p:txStyles>
    <p:titleStyle>
      <a:lvl1pPr marL="0" indent="0" algn="l">
        <a:spcBef>
          <a:spcPts val="0"/>
        </a:spcBef>
        <a:buNone/>
        <a:defRPr sz="28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74320" indent="-274320" algn="l">
        <a:spcBef>
          <a:spcPts val="800"/>
        </a:spcBef>
        <a:buClr>
          <a:schemeClr val="tx2"/>
        </a:buClr>
        <a:buFont typeface="Arial"/>
        <a:buChar char="–"/>
        <a:defRPr sz="1800" b="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indent="-274320" algn="l">
        <a:spcBef>
          <a:spcPts val="400"/>
        </a:spcBef>
        <a:buClr>
          <a:schemeClr val="tx2"/>
        </a:buClr>
        <a:buFont typeface="Arial"/>
        <a:buChar char="–"/>
        <a:defRPr sz="1600" b="0" kern="1200">
          <a:solidFill>
            <a:schemeClr val="tx1"/>
          </a:solidFill>
          <a:latin typeface="+mn-lt"/>
          <a:ea typeface="+mn-ea"/>
          <a:cs typeface="+mn-cs"/>
        </a:defRPr>
      </a:lvl2pPr>
      <a:lvl3pPr marL="822960" indent="-274320" algn="l">
        <a:spcBef>
          <a:spcPts val="300"/>
        </a:spcBef>
        <a:buClr>
          <a:schemeClr val="tx2"/>
        </a:buClr>
        <a:buFont typeface="Arial"/>
        <a:buChar char="–"/>
        <a:defRPr sz="1400" b="0" kern="1200">
          <a:solidFill>
            <a:schemeClr val="tx2"/>
          </a:solidFill>
          <a:latin typeface="+mn-lt"/>
          <a:ea typeface="+mn-ea"/>
          <a:cs typeface="+mn-cs"/>
        </a:defRPr>
      </a:lvl3pPr>
    </p:bodyStyle>
    <p:otherStyle>
      <a:lvl1pPr marL="0" indent="0" algn="l">
        <a:spcBef>
          <a:spcPts val="0"/>
        </a:spcBef>
        <a:buNone/>
        <a:defRPr sz="1600" b="0" kern="1200">
          <a:solidFill>
            <a:schemeClr val="tx1"/>
          </a:solidFill>
          <a:latin typeface="+mn-lt"/>
          <a:ea typeface="+mn-ea"/>
          <a:cs typeface="+mn-cs"/>
        </a:defRPr>
      </a:lvl1pPr>
    </p:otherStyle>
  </p:txStyles>
</p:sldMaster>
</file>

<file path=ppt/theme/theme1.xml><?xml version="1.0" encoding="utf-8"?>
<a:theme xmlns:a="http://schemas.openxmlformats.org/drawingml/2006/main" name="Dobashi Simple">
  <a:themeElements>
    <a:clrScheme name="Office">
      <a:dk1>
        <a:srgbClr val="1A1A1A"/>
      </a:dk1>
      <a:lt1>
        <a:srgbClr val="FFFFFF"/>
      </a:lt1>
      <a:dk2>
        <a:srgbClr val="6B7280"/>
      </a:dk2>
      <a:lt2>
        <a:srgbClr val="F1F5F3"/>
      </a:lt2>
      <a:accent1>
        <a:srgbClr val="0B7A5C"/>
      </a:accent1>
      <a:accent2>
        <a:srgbClr val="0A3D30"/>
      </a:accent2>
      <a:accent3>
        <a:srgbClr val="7FD1B5"/>
      </a:accent3>
      <a:accent4>
        <a:srgbClr val="6B7280"/>
      </a:accent4>
      <a:accent5>
        <a:srgbClr val="D5DBD8"/>
      </a:accent5>
      <a:accent6>
        <a:srgbClr val="1A1A1A"/>
      </a:accent6>
      <a:hlink>
        <a:srgbClr val="0B7A5C"/>
      </a:hlink>
      <a:folHlink>
        <a:srgbClr val="6B7280"/>
      </a:folHlink>
    </a:clrScheme>
    <a:fontScheme name="Office">
      <a:majorFont>
        <a:latin typeface="Yu Gothic Medium"/>
        <a:ea typeface="Yu Gothic Medium"/>
        <a:cs typeface=""/>
        <a:font script="Jpan" typeface="Yu Gothic Medium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Yu Gothic"/>
        <a:ea typeface="Yu Gothic"/>
        <a:cs typeface=""/>
        <a:font script="Jpan" typeface="Yu Gothic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Masaru Dobashi</dc:creator>
  <cp:keywords/>
  <dc:description>generated using python-pptx</dc:description>
  <cp:lastModifiedBy>Masaru Dobashi</cp:lastModifiedBy>
  <cp:revision>1</cp:revision>
  <dcterms:created xsi:type="dcterms:W3CDTF">2013-01-27T09:14:16Z</dcterms:created>
  <dcterms:modified xsi:type="dcterms:W3CDTF">2013-01-27T09:15:58Z</dcterms:modified>
  <cp:category/>
</cp:coreProperties>
</file>