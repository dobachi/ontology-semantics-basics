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6D0BA5C1-51A0-4E2B-9B7E-0B7A5C000001}">
  <a:tblStyle styleId="{6D0BA5C1-51A0-4E2B-9B7E-0B7A5C000001}" styleName="Dobashi Simple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mpd="sng">
              <a:solidFill>
                <a:srgbClr val="D5DBD8"/>
              </a:solidFill>
            </a:ln>
          </a:bottom>
          <a:insideH>
            <a:ln w="6350" cmpd="sng">
              <a:solidFill>
                <a:srgbClr val="D5DBD8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ajor"/>
        <a:schemeClr val="tx1"/>
      </a:tcTxStyle>
      <a:tcStyle>
        <a:tcBdr>
          <a:bottom>
            <a:ln w="15875" cmpd="sng">
              <a:solidFill>
                <a:srgbClr val="0B7A5C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523744"/>
            <a:ext cx="10509199" cy="142646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4169664"/>
            <a:ext cx="10509199" cy="73152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2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ule"/>
          <p:cNvSpPr/>
          <p:nvPr userDrawn="1"/>
        </p:nvSpPr>
        <p:spPr>
          <a:xfrm>
            <a:off x="841248" y="239572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Presenter"/>
          <p:cNvSpPr>
            <a:spLocks noGrp="1"/>
          </p:cNvSpPr>
          <p:nvPr>
            <p:ph type="body" sz="quarter" idx="13"/>
          </p:nvPr>
        </p:nvSpPr>
        <p:spPr>
          <a:xfrm>
            <a:off x="841248" y="5029200"/>
            <a:ext cx="10509199" cy="109728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200"/>
              </a:spcBef>
              <a:buNone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作者、日付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9199" cy="457200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8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889504"/>
            <a:ext cx="10509199" cy="13716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22"/>
          </p:nvPr>
        </p:nvSpPr>
        <p:spPr>
          <a:xfrm>
            <a:off x="841248" y="1188720"/>
            <a:ext cx="10509199" cy="146304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80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ja-JP"/>
              <a:t>00</a:t>
            </a:r>
          </a:p>
        </p:txBody>
      </p:sp>
      <p:sp>
        <p:nvSpPr>
          <p:cNvPr id="8" name="Rule"/>
          <p:cNvSpPr/>
          <p:nvPr userDrawn="1"/>
        </p:nvSpPr>
        <p:spPr>
          <a:xfrm>
            <a:off x="841248" y="2761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メッセージ（濃色）">
    <p:bg>
      <p:bgPr>
        <a:solidFill>
          <a:srgbClr val="0A3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rgbClr val="7FD1B5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と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43400" y="1719072"/>
            <a:ext cx="7007047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1719072"/>
            <a:ext cx="324612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図と説明（横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248" y="5212080"/>
            <a:ext cx="10509199" cy="1143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6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"/>
          <p:cNvSpPr>
            <a:spLocks noGrp="1"/>
          </p:cNvSpPr>
          <p:nvPr>
            <p:ph type="pic" sz="quarter" idx="23"/>
          </p:nvPr>
        </p:nvSpPr>
        <p:spPr>
          <a:xfrm>
            <a:off x="841248" y="1719072"/>
            <a:ext cx="10509199" cy="338328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ja-JP"/>
              <a:t>図</a:t>
            </a:r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  <a:prstGeom prst="rect">
            <a:avLst/>
          </a:prstGeo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719072"/>
            <a:ext cx="10509199" cy="4572000"/>
          </a:xfrm>
          <a:prstGeom prst="rect">
            <a:avLst/>
          </a:prstGeo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5727" y="6437376"/>
            <a:ext cx="292608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01807" y="6437376"/>
            <a:ext cx="54864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7"/>
    <p:sldLayoutId id="2147483656" r:id="rId8"/>
    <p:sldLayoutId id="2147483657" r:id="rId9"/>
    <p:sldLayoutId id="2147483658" r:id="rId10"/>
    <p:sldLayoutId id="2147483653" r:id="rId5"/>
  </p:sldLayoutIdLst>
  <p:txStyles>
    <p:titleStyle>
      <a:lvl1pPr marL="0" indent="0" algn="l">
        <a:spcBef>
          <a:spcPts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>
        <a:spcBef>
          <a:spcPts val="800"/>
        </a:spcBef>
        <a:buClr>
          <a:schemeClr val="tx2"/>
        </a:buClr>
        <a:buFont typeface="Arial"/>
        <a:buChar char="–"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>
        <a:spcBef>
          <a:spcPts val="400"/>
        </a:spcBef>
        <a:buClr>
          <a:schemeClr val="tx2"/>
        </a:buClr>
        <a:buFont typeface="Arial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>
        <a:spcBef>
          <a:spcPts val="300"/>
        </a:spcBef>
        <a:buClr>
          <a:schemeClr val="tx2"/>
        </a:buClr>
        <a:buFont typeface="Arial"/>
        <a:buChar char="–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lvl1pPr marL="0" indent="0" algn="l">
        <a:spcBef>
          <a:spcPts val="0"/>
        </a:spcBef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theme/theme1.xml><?xml version="1.0" encoding="utf-8"?>
<a:theme xmlns:a="http://schemas.openxmlformats.org/drawingml/2006/main" name="Dobashi Simple">
  <a:themeElements>
    <a:clrScheme name="Office">
      <a:dk1>
        <a:srgbClr val="1A1A1A"/>
      </a:dk1>
      <a:lt1>
        <a:srgbClr val="FFFFFF"/>
      </a:lt1>
      <a:dk2>
        <a:srgbClr val="6B7280"/>
      </a:dk2>
      <a:lt2>
        <a:srgbClr val="F1F5F3"/>
      </a:lt2>
      <a:accent1>
        <a:srgbClr val="0B7A5C"/>
      </a:accent1>
      <a:accent2>
        <a:srgbClr val="0A3D30"/>
      </a:accent2>
      <a:accent3>
        <a:srgbClr val="7FD1B5"/>
      </a:accent3>
      <a:accent4>
        <a:srgbClr val="6B7280"/>
      </a:accent4>
      <a:accent5>
        <a:srgbClr val="D5DBD8"/>
      </a:accent5>
      <a:accent6>
        <a:srgbClr val="1A1A1A"/>
      </a:accent6>
      <a:hlink>
        <a:srgbClr val="0B7A5C"/>
      </a:hlink>
      <a:folHlink>
        <a:srgbClr val="6B7280"/>
      </a:folHlink>
    </a:clrScheme>
    <a:fontScheme name="Office">
      <a:majorFont>
        <a:latin typeface="Yu Gothic Medium"/>
        <a:ea typeface="Yu Gothic Medium"/>
        <a:cs typeface=""/>
        <a:font script="Jpan" typeface="Yu Gothic Medium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Masaru Dobashi</dc:creator>
  <cp:keywords/>
  <dc:description>generated using python-pptx</dc:description>
  <cp:lastModifiedBy>Masaru Dobashi</cp:lastModifiedBy>
  <cp:revision>1</cp:revision>
  <dcterms:created xsi:type="dcterms:W3CDTF">2013-01-27T09:14:16Z</dcterms:created>
  <dcterms:modified xsi:type="dcterms:W3CDTF">2013-01-27T09:15:58Z</dcterms:modified>
  <cp:category/>
</cp:coreProperties>
</file>